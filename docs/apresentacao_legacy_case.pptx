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pregões positivos após a divulgação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Aceleração de RPO positiva</c:v>
                  </c:pt>
                  <c:pt idx="1">
                    <c:v>Desaceleração de RPO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66.7</c:v>
                </c:pt>
                <c:pt idx="1">
                  <c:v>27.3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463040"/>
            <a:ext cx="4023360" cy="402336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657600"/>
            <a:ext cx="3108960" cy="310896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CAPITAL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Retrieval System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pesquisa para equities — ingestão automática de fontes oficiais,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híbrido e respostas grounded com citações rastreáveis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reais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63.562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974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indexados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548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122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recusas corretas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é encontrar os documentos certos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3200400"/>
          </a:xfrm>
          <a:prstGeom prst="roundRect">
            <a:avLst>
              <a:gd name="adj" fmla="val 20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5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exigem fragmentos espalhados por centenas de documentos, períodos e fontes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Earnings, filings SEC/CVM, notícias, BACEN — cada um responde só uma parte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manual não escala e a base morre desatualizada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69164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conectada: ingestão automática de SEC, CVM, BACEN, notícias e preços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 dados estruturados no mesmo retrieval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resposta cita documento e trecho; sem evidência → “Não encontrei essa informação na base.”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Arquitetura: retrieval é o coração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35915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9748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9748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automática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5371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9204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PDF/HTML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4827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+ metadados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86384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Vetorial (e5)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5915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69748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69748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RRF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5371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89204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9204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 multilíngue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4827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08660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8660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grounded + citações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361188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" y="37033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Princípio: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nunca responde com conhecimento próprio — apenas sintetiza as evidências recuperadas. Recusa em duas camadas: gate por score do reranker + recusa semântica do LLM grounded.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conectada: 822 documentos, 100% reais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09728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09728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10-K, 10-Q, 8-K + exhibits (press releases reais), 20-F/6-K dos ADRs brasileiros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52360" y="109728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A, B, 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84248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029968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Dados Abertos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0299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releases, fatos relevantes (guidance!) e apresentações — ITUB4, BBDC4, SANB11, BBAS3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52360" y="202996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962656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BACEN Olinda (IF.data)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9626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de crédito por instituição → market share do sistema (R$ 7,26 tri)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52360" y="296265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849624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895344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38953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diários ajustados + RSS de notícias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52360" y="38953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A, C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conteúdo real de um 8-K está nos exhibits — identificados pelo índice do filing. IDs determinísticos: reingestão nunca duplica.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 primeiro, otimização depois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Baseline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perguntas verificadas contra docs reais. Recall@10 0.57, MRR 0.52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15184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79776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Diagnóstico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79776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falhava (modelos EN-only); fatos afogados em 10-Ks de 500KB; métricas mediam o pré-rerank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19472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Melhorias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19472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reranker multilíngues; pool 20→50; métricas do sistema real; query decomposition multi-empresa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94576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59168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59168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 1.00, MRR 0.875, respostas e recusas 100%. Eval de retrieval roda no CI como gate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" y="3657600"/>
            <a:ext cx="8247888" cy="1005840"/>
          </a:xfrm>
          <a:prstGeom prst="roundRect">
            <a:avLst>
              <a:gd name="adj" fmla="val 6364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749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eval, cada mudança seria achismo. </a:t>
            </a:r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melhoria de retrieval foi validada pelo harness antes de entrar — incluindo a descoberta de um rótulo gold errado e de que as métricas mediam o ranking errado.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do eval — base real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4088" y="130759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15768" y="1435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15768" y="185623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documentos corretos no top-10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14300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6048" y="130759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967728" y="1435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67728" y="185623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certo vem no topo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30906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2715768" y="321868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Recusas corretas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15768" y="363931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inventa quando não sabe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30906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967728" y="321868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resposta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67728" y="363931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Llama 3.3 70B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553712"/>
            <a:ext cx="8183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3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Honestidade: recall 1.00 em 14 perguntas indica gold set fácil para o sistema atual — próximo passo é expandi-lo, não celebrar. Taxa de resposta depende do LLM: 100% (70B) vs 58% (8B) — retrieval não muda. Eval de retrieval vira gate no CI.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Aprendizados sobre RAG (na prática)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95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179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quebra em silêncio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356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produz texto plausível mesmo com contexto errado — só o eval detecta a regressão.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130552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30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00253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dificuldade real está na ingestão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38658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Exhibits com nomes arbitrários, guidance em faixa contaminando extração, encoding latin-1 na CVM.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815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081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80160" y="2953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referência mentem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CIK da “CoreWeave” apontava para a Triller Group; o código CVM do “Itaú” era o do Banco do Brasil. Validamos tudo contra a fonte oficial.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4032504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32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044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Bilinguismo degrada em silêncio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2885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Embeddings/reranker EN-only falhavam nas perguntas em português — perguntas PT recusavam sem erro visível.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A — Capex das hyperscalers vs NVIDIA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 apenas com perguntas à plataforma genérica — nenhuma lógica específica de empresa.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$128,3 bi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Amazon 2025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$72,2 bi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7472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Meta 2025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+$20,1 bi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capex Microsoft FY25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1600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outro lado da equação: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Data Center: US$ 75,2 bi no 1T FY2027, +92% YoY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“Computing demand is growing exponentially” — demanda por Blackwell citada diretamente dos 8-K, conectando o capex dos clientes à receita da NVIDIA.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B — Promessa, sentimento e market share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PROMESSA VS ENTREGA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real do Bradesco (fev/2025): carteira +4-8%, margem R$ 37-41 bi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(jul/2025): serviços 4-8% → 5-9%; seguros 6-10% → 9-13%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3136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 TRIMESTRE A TRIMESTRE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4472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multi-período compara o tom dos releases (otimista / cauteloso) com citações datadas — ex.: evolução da inadimplência do Santander ao longo de 2025.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VS MARKET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481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IF.data BACEN (2026-03) — sistema R$ 7,26 tri: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83480" y="24414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Bradesco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24414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83480" y="30083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Santander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30083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83480" y="35753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Nubank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35753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892040" y="4160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a estratégia declarada nos releases (ex.: Nubank expandindo crédito com IA; guidance de +4-8% do Bradesco vs share estável).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C — RPO antecipa a reação da ação?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eventos trimestrais de 7 empresas </a:t>
            </a:r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RPO extraído dos press releases reais (guidance em faixa filtrado); timing pre/post-market via acceptanceDateTime da SEC; retorno do 1º pregão via Yahoo Finance.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64592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06440" y="17830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+0,75%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80644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médio com aceleração positiva (vs -0,19% com desaceleração)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577840" y="320040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80644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honesta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06440" y="3657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agregada fraca (Pearson -0,08); assimetria direcional interessante, mas amostra pequena, sem significância estatística.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Escalabilidade e limitações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3611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empresa = 1 linha de config (ticker→CIK / código CVM)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fonte = 1 fetcher que devolve Document; o resto do pipeline é agnóstico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escala horizontalmente; embeddings em GPU (~370 chunks/s numa RTX 3050)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idempotente (IDs determinísticos) pronta para agendamento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5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CONHECIDAS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508760"/>
            <a:ext cx="3611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estruturado cobre 7/15 empresas (demais divulgam só em tabelas de 10-Q)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filtro temporal explícito no retrieval (multi-período depende do reranker)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 de calls sem fonte gratuita estável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em memória: migrar p/ Tantivy/ES acima de ~100k chunks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sem significância estatística (amostra pequena)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3474720"/>
            <a:ext cx="3291840" cy="329184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31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ao vivo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responde qualquer pergunta cuja resposta exista na base — e recusa o resto.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7863840" cy="1920240"/>
          </a:xfrm>
          <a:prstGeom prst="roundRect">
            <a:avLst>
              <a:gd name="adj" fmla="val 3333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8600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qdrant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scripts/query.py "Qual é o market share do Nubank segundo o BACEN?"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scripts/query.py "What did NVIDIA say about Blackwell demand?"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legacy_retrieval.eval.run --k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scripts/run_case_c.py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com histórico de commits · README com arquitetura, decisões e eval · 16 testes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Legacy Capital AI Retrieval System</dc:title>
  <dc:subject>PptxGenJS Presentation</dc:subject>
  <dc:creator>Legacy Capital Case</dc:creator>
  <cp:lastModifiedBy>Legacy Capital Case</cp:lastModifiedBy>
  <cp:revision>1</cp:revision>
  <dcterms:created xsi:type="dcterms:W3CDTF">2026-07-08T12:09:57Z</dcterms:created>
  <dcterms:modified xsi:type="dcterms:W3CDTF">2026-07-08T12:09:57Z</dcterms:modified>
</cp:coreProperties>
</file>