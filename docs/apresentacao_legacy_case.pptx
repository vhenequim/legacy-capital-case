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pregões positivos após a divulgação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Aceleração de RPO positiva</c:v>
                  </c:pt>
                  <c:pt idx="1">
                    <c:v>Desaceleração de RPO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66.7</c:v>
                </c:pt>
                <c:pt idx="1">
                  <c:v>27.3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657600"/>
            <a:ext cx="3108960" cy="310896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CAPITAL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Retrieval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pesquisa para equities — ingestão automática de fontes oficiais,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híbrido e respostas grounded com citações rastreáveis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reais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5204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63.562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974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5204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 (42 perguntas)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35204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recusas corretas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é encontrar os documentos certos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5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exigem fragmentos espalhados por centenas de documentos, períodos e fontes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Earnings, filings SEC/CVM, notícias, BACEN — cada um responde só uma parte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manual não escala e a base morre desatualizada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conectada: ingestão automática de SEC, CVM, BACEN, notícias e preços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 dados estruturados no mesmo retrieval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resposta cita documento e trecho; sem evidência → “Não encontrei essa informação na base.”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Arquitetura: retrieval é o coração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344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oficiais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59152" y="1234440"/>
            <a:ext cx="374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97480" y="12344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2344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automática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53712" y="1234440"/>
            <a:ext cx="374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92040" y="12344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344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PDF/HTML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48272" y="1234440"/>
            <a:ext cx="374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86600" y="12344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12344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metadados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4688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Vetorial (e5)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59152" y="2468880"/>
            <a:ext cx="374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697480" y="24688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97480" y="24688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 RRF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53712" y="2468880"/>
            <a:ext cx="374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92040" y="24688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4688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multilíngue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48272" y="2468880"/>
            <a:ext cx="374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086600" y="24688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86600" y="246888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grounded + citações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61188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703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Princípio: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nunca responde com conhecimento próprio — apenas sintetiza as evidências recuperadas. Recusa em duas camadas: gate por score do reranker + recusa semântica do LLM grounded.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conectada: 822 documentos, 100% reais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10-K, 10-Q, 8-K + exhibits (press releases reais), 20-F/6-K dos ADRs brasileiros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52360" y="109728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A, B, 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2996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 Dados Abertos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0299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releases, fatos relevantes (guidance!) e apresentações — ITUB4, BBDC4, SANB11, BBAS3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52360" y="20299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6265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BACEN Olinda (IF.data)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96265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de crédito por instituição → market share do sistema (R$ 7,26 tri)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52360" y="296265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89534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89534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diários ajustados + RSS de notícias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52360" y="389534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A, 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real de um 8-K está nos exhibits — identificados pelo índice do filing. IDs determinísticos: reingestão nunca duplica.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primeiro, otimização depois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097280"/>
            <a:ext cx="1938528" cy="2286000"/>
          </a:xfrm>
          <a:prstGeom prst="roundRect">
            <a:avLst>
              <a:gd name="adj" fmla="val 330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98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Baseline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perguntas verificadas contra docs reais. Recall@10 0.57, MRR 0.52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15184" y="1097280"/>
            <a:ext cx="1938528" cy="2286000"/>
          </a:xfrm>
          <a:prstGeom prst="roundRect">
            <a:avLst>
              <a:gd name="adj" fmla="val 330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79776" y="1298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Diagnóstico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79776" y="17373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falhava (modelos EN-only); fatos afogados em 10-Ks de 500KB; métricas mediam o pré-rerank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938528" cy="2286000"/>
          </a:xfrm>
          <a:prstGeom prst="roundRect">
            <a:avLst>
              <a:gd name="adj" fmla="val 3302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298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Melhorias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9472" y="17373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reranker multilíngues; pool 20→50; métricas do sistema real; query decomposition multi-empresa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94576" y="1097280"/>
            <a:ext cx="1938528" cy="2286000"/>
          </a:xfrm>
          <a:prstGeom prst="roundRect">
            <a:avLst>
              <a:gd name="adj" fmla="val 33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59168" y="129844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9168" y="17373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 0.94 em 42 perguntas (1.00 nas 14 originais). Gold set expandido de proposito; eval roda no CI como gate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3657600"/>
            <a:ext cx="8247888" cy="1005840"/>
          </a:xfrm>
          <a:prstGeom prst="roundRect">
            <a:avLst>
              <a:gd name="adj" fmla="val 636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eval, cada mudança seria achismo. </a:t>
            </a:r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melhoria de retrieval foi validada pelo harness antes de entrar — incluindo a descoberta de um rótulo gold errado e de que as métricas mediam o ranking errado.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do eval — base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931920" cy="1554480"/>
          </a:xfrm>
          <a:prstGeom prst="roundRect">
            <a:avLst>
              <a:gd name="adj" fmla="val 5294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30759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15768" y="1435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15768" y="1856232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42 perguntas verificadas (1.00 nas 14 originais)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1554480"/>
          </a:xfrm>
          <a:prstGeom prst="roundRect">
            <a:avLst>
              <a:gd name="adj" fmla="val 5294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130759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967728" y="1435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67728" y="1856232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certo vem no topo (42 perguntas)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931920" cy="1554480"/>
          </a:xfrm>
          <a:prstGeom prst="roundRect">
            <a:avLst>
              <a:gd name="adj" fmla="val 5294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09067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15768" y="321868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Recusas corretas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15768" y="3639312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inventa quando não sabe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5294"/>
            </a:avLst>
          </a:prstGeom>
          <a:solidFill>
            <a:srgbClr val="2B3A7A"/>
          </a:solidFill>
          <a:ln w="12700">
            <a:solidFill>
              <a:srgbClr val="3D4E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309067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967728" y="321868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resposta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7728" y="3639312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Llama 3.3 70B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55371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3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Honestidade: recall 1.00 nas 14 originais indicava saturação — expandimos para 42 e o 0.94 expôs 2 falhas reais (RPO em notas de 10-Q; reranker prioriza tópico sobre entidade), que viram as próximas melhorias. Taxas de resposta/recusa medidas com o 70B.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Aprendizados sobre RAG (na prática)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795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79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quebra em silêncio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produz texto plausível mesmo com contexto errado — só o eval detecta a regressão.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13055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30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0025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dificuldade real está na ingestão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865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Exhibits com nomes arbitrários, guidance em faixa contaminando extração, encoding latin-1 na CVM.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9535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referência mentem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CIK da “CoreWeave” apontava para a Triller Group; o código CVM do “Itaú” era o do Banco do Brasil. Validamos tudo contra a fonte oficial.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03250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32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904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Bilinguismo degrada em silêncio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Embeddings/reranker EN-only falhavam nas perguntas em português — perguntas PT recusavam sem erro visível.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A — Capex das hyperscalers vs NVIDIA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 apenas com perguntas à plataforma genérica — nenhuma lógica específica de empresa.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$128,3 bi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482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Amazon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real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$72,2 bi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0482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Meta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real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+$20,1 bi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20482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capex Microsoft FY25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real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outro lado da equação: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Data Center: US$ 75,2 bi no 1T FY2027, +92% YoY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“Computing demand is growing exponentially” — demanda por Blackwell citada diretamente dos 8-K, conectando o capex dos clientes à receita da NVIDIA.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B — Promessa, sentimento e market share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VS ENTREGA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3611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real do Bradesco (fev/2025): carteira +4-8%, margem R$ 37-41 bi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(jul/2025): serviços 4-8% → 5-9%; seguros 6-10% → 9-13%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4023360" cy="1691640"/>
          </a:xfrm>
          <a:prstGeom prst="roundRect">
            <a:avLst>
              <a:gd name="adj" fmla="val 3784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136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 TRIMESTRE A TRIMESTRE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44728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multi-período compara o tom dos releases (otimista / cauteloso) com citações datadas — ex.: evolução da inadimplência do Santander ao longo de 2025.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3657600"/>
          </a:xfrm>
          <a:prstGeom prst="roundRect">
            <a:avLst>
              <a:gd name="adj" fmla="val 17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VS MARKET SHARE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IF.data BACEN (2026-03) — sistema R$ 7,26 tri: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2441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Bradesco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83480" y="3008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0083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83480" y="35753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2,03%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Cruzado com a estratégia declarada nos releases (ex.: Nubank expandindo crédito com IA; guidance de +4-8% do Bradesco vs share estável).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C — RPO antecipa a reação da ação?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eventos trimestrais de 7 empresas </a:t>
            </a:r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RPO extraído dos press releases reais (guidance em faixa filtrado); timing pre/post-market via acceptanceDateTime da SEC; retorno do 1º pregão via Yahoo Finance.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645920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+0,75%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80644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com aceleração positiva (vs -0,19% com desaceleração)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577840" y="3200400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honesta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3657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agregada fraca (Pearson -0,08); assimetria direcional interessante, mas amostra pequena, sem significância estatística.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 e limitações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657600"/>
          </a:xfrm>
          <a:prstGeom prst="roundRect">
            <a:avLst>
              <a:gd name="adj" fmla="val 175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611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empresa = 1 linha de config (ticker→CIK / código CVM)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fonte = 1 fetcher que devolve Document; o resto do pipeline é agnóstico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escala horizontalmente; embeddings em GPU (~370 chunks/s numa RTX 3050)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idempotente (IDs determinísticos) pronta para agendamento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CONHECIDAS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611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estruturado cobre 7/15 empresas (demais divulgam só em tabelas de 10-Q)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filtro temporal explícito no retrieval (multi-período depende do reranker)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de calls sem fonte gratuita estável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em memória: migrar p/ Tantivy/ES acima de ~100k chunks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sem significância estatística (amostra pequena)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0"/>
            <a:ext cx="3291840" cy="329184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ao vivo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responde qualquer pergunta cuja resposta exista na base — e recusa o resto.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863840" cy="1920240"/>
          </a:xfrm>
          <a:prstGeom prst="roundRect">
            <a:avLst>
              <a:gd name="adj" fmla="val 3333"/>
            </a:avLst>
          </a:prstGeom>
          <a:solidFill>
            <a:srgbClr val="141B4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qdrant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scripts/query.py "Qual é o market share do Nubank segundo o BACEN?"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scripts/query.py "What did NVIDIA say about Blackwell demand?"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legacy_retrieval.eval.run --k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scripts/run_case_c.py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 histórico de commits · README com arquitetura, decisões e eval · 16 testes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Capital AI Retrieval System</dc:title>
  <dc:subject>PptxGenJS Presentation</dc:subject>
  <dc:creator>Legacy Capital Case</dc:creator>
  <cp:lastModifiedBy>Legacy Capital Case</cp:lastModifiedBy>
  <cp:revision>1</cp:revision>
  <dcterms:created xsi:type="dcterms:W3CDTF">2026-07-08T22:50:52Z</dcterms:created>
  <dcterms:modified xsi:type="dcterms:W3CDTF">2026-07-08T22:50:52Z</dcterms:modified>
</cp:coreProperties>
</file>